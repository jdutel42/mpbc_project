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CE6F9C-F13E-4CF2-A205-94DC0C2D6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A0B4BC-12A6-435C-AD98-661ABA065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686037-E989-4E7E-97C8-09D4FC6B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00FE0-B808-4082-8777-760F2610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69626B-9450-491B-B5C7-9C2E9800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17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C195C-3A72-41F8-98C7-3C631933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481E9-277B-4B7A-86B0-C60894A9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E41D01-207C-4999-ADCB-F77774FD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0D4EAD-5639-44EB-B528-D337B7CC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8EC9B9-A740-4C44-93B5-6BC6B757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38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CBDE9-30A4-439B-B942-6A91E538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1BF651-F407-4518-85F9-DE60AF70E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06BD6-7E00-4A98-9CF1-849DC780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CA663D-928C-44BF-9FB0-D4573EFB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5E4F9-BF24-4142-BACA-83497870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29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7EFC3-75B0-4E1A-967E-0DD43DC8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130E6B-3208-4327-92A3-EF24E6A89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5C9756-C3B3-48CC-BBB7-965405622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C27B0E-D772-4ABA-B73F-1BEFA427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064D95-1038-4E11-8D5E-D01B3B6B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CF4D7E-36CF-4187-926E-7F6645F3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94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068C6-10B7-4C09-9500-C7A76C4B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6D9E-9852-410F-AE59-F7FA7F296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1FEC66-7A61-49E7-BDF0-DFC865529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CFBD32-5760-4584-8C6D-C1B39AAC5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118A79-8AE2-45AC-A0A0-4BD01946F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280B35-028C-42DD-BBEF-2FC80216D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EDE01F-9401-436B-A9DA-388CD308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90F3E8-CBE3-4FE5-8881-1EA2AD0D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15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FC39A2-8D84-4C0C-9720-0D2EA84C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6B2EBB-EB33-444B-8D6D-4C6EB1D0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6DB64D-6FFF-4C71-8D35-277056DD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FF4B57-B2D7-43F4-A7C2-8D7ABE99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56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8C3754-4A7A-4D40-8F95-57E17449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834B4B-BC8C-4F83-B72D-1246E0DA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367BD6-9E18-45E7-879A-BB4E70F4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78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410CE-6240-4355-B541-04B17234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40FCE8-A771-45B8-A6CA-3AF5CE0C8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54A477-305B-4C7E-A0B1-57BA42AE3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120AAB-ADC4-4395-AD8E-CA2CA60C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580918-CDC8-47B0-83D0-142DD9AF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0E3C1E-FFC9-42F9-A090-BCB1F2C0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18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E6621-13A2-47A8-BF33-23A2769C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CAA55EB-FB26-4D1C-8D19-05ED10B37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3FAC58-2FDE-4749-A69A-E491C5622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A467B-8348-45F5-BDFA-698E4FEC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079A29-1D0D-40F0-9D99-F4CBBA0A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F9C5E3-846F-4871-88BC-81C3551D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09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6EF36-A234-4A21-A7FE-56EB8513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3FDCAD-19E0-4112-BFCE-B3E321190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B13A8C-3C3D-4F2F-A935-3B30C216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6DE023-E6D0-470B-AFF5-2FC499FF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88D12A-FED0-4393-A119-5BB4D6E8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86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F0F116-562B-4ABE-928A-32C86B9A6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899F90-7B0C-42AC-B5A7-20C263A96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AD953-CE2C-4C70-AFCB-53B5C697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98407-A3DC-4D3A-9AEC-798F12A0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413E34-4198-493D-8695-CA5335F7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73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24C1E6-876B-4A4C-A619-1A7114F4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A4ECB9-2E60-40E1-AF62-42065915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815A21-60C2-40C2-B27B-CD8E61E44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FC4C4-AEE2-4F7C-88CE-27D8198D9C84}" type="datetimeFigureOut">
              <a:rPr lang="fr-FR" smtClean="0"/>
              <a:t>01/02/2024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694E4B-142C-4329-84E9-4D4E634B3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A28B84-9B7F-4A92-84A1-4341DC2A5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FBBA6-B6AA-45D7-85D4-B53E03EDD4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02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F3034-8328-40D8-9616-2D5F51CE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498B262F-8FA5-436F-AE51-3B87E8762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6206" y="3338283"/>
            <a:ext cx="1460318" cy="1472437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2F69811-84A9-48AE-9320-77A9722C4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94" y="3287582"/>
            <a:ext cx="4743450" cy="33147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B9C6E82-4E25-40BA-83F1-24254DC03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755" y="5111155"/>
            <a:ext cx="1460319" cy="149112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F5EB64-50E5-423D-AD21-97DCBEE5F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51" y="79303"/>
            <a:ext cx="7184572" cy="381314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D9211A5-2577-4291-941F-1DAC7540DFED}"/>
              </a:ext>
            </a:extLst>
          </p:cNvPr>
          <p:cNvSpPr txBox="1"/>
          <p:nvPr/>
        </p:nvSpPr>
        <p:spPr>
          <a:xfrm>
            <a:off x="8262663" y="45193"/>
            <a:ext cx="315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</a:t>
            </a:r>
            <a:r>
              <a:rPr lang="fr-FR" dirty="0" err="1"/>
              <a:t>caseviewer</a:t>
            </a:r>
            <a:r>
              <a:rPr lang="fr-FR" dirty="0"/>
              <a:t>, ouvrir un scan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E4637F3-1EC5-4E16-BC9D-D025E5205122}"/>
              </a:ext>
            </a:extLst>
          </p:cNvPr>
          <p:cNvSpPr txBox="1"/>
          <p:nvPr/>
        </p:nvSpPr>
        <p:spPr>
          <a:xfrm>
            <a:off x="8158843" y="494582"/>
            <a:ext cx="2882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ici pour partager l’écran avec plusieurs scans et sélectionner les écrans désirés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A307F01-629E-4B8F-8C7D-12DA02B878A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423107" y="1094747"/>
            <a:ext cx="735736" cy="2554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867515E-8103-4FB4-8059-A4AE8B1AC18F}"/>
              </a:ext>
            </a:extLst>
          </p:cNvPr>
          <p:cNvCxnSpPr>
            <a:cxnSpLocks/>
          </p:cNvCxnSpPr>
          <p:nvPr/>
        </p:nvCxnSpPr>
        <p:spPr>
          <a:xfrm flipH="1">
            <a:off x="6792687" y="1567397"/>
            <a:ext cx="1720417" cy="1861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48788CB5-E926-4DD6-A360-AC4FD102E3C5}"/>
              </a:ext>
            </a:extLst>
          </p:cNvPr>
          <p:cNvSpPr txBox="1"/>
          <p:nvPr/>
        </p:nvSpPr>
        <p:spPr>
          <a:xfrm>
            <a:off x="8158843" y="1773046"/>
            <a:ext cx="3274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ouvrir le 2eme scan, cliquer sur le coté ou tu veux mettre le scan puis cliquer sur l’icone écran en haut à gauche pour sélectionner l’image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D43B861-DEE5-486E-BC86-4F8E56EEE68D}"/>
              </a:ext>
            </a:extLst>
          </p:cNvPr>
          <p:cNvSpPr txBox="1"/>
          <p:nvPr/>
        </p:nvSpPr>
        <p:spPr>
          <a:xfrm>
            <a:off x="226423" y="4187825"/>
            <a:ext cx="2307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Synchroniser à l’œil les 2 images cliquer sur l’icone pour les lier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A27EDC6-1F9B-42D4-9454-E38E974283DA}"/>
              </a:ext>
            </a:extLst>
          </p:cNvPr>
          <p:cNvSpPr txBox="1"/>
          <p:nvPr/>
        </p:nvSpPr>
        <p:spPr>
          <a:xfrm>
            <a:off x="7587628" y="4249073"/>
            <a:ext cx="2414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sur l’icone pour superposer les images et passer de l’une à l’autre avec l’ascenseur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25C9AE5C-0CEC-4811-B9C4-7C58CF39FC7E}"/>
              </a:ext>
            </a:extLst>
          </p:cNvPr>
          <p:cNvCxnSpPr/>
          <p:nvPr/>
        </p:nvCxnSpPr>
        <p:spPr>
          <a:xfrm flipH="1">
            <a:off x="6653349" y="4393165"/>
            <a:ext cx="934279" cy="1615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ED54E60-7040-44D9-BF2C-AFD8075A1574}"/>
              </a:ext>
            </a:extLst>
          </p:cNvPr>
          <p:cNvCxnSpPr>
            <a:cxnSpLocks/>
          </p:cNvCxnSpPr>
          <p:nvPr/>
        </p:nvCxnSpPr>
        <p:spPr>
          <a:xfrm flipV="1">
            <a:off x="9891811" y="4145178"/>
            <a:ext cx="1814972" cy="8885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37F8991-4391-4393-AB44-D503FA43ECC1}"/>
              </a:ext>
            </a:extLst>
          </p:cNvPr>
          <p:cNvCxnSpPr>
            <a:cxnSpLocks/>
          </p:cNvCxnSpPr>
          <p:nvPr/>
        </p:nvCxnSpPr>
        <p:spPr>
          <a:xfrm>
            <a:off x="9874997" y="5051127"/>
            <a:ext cx="1831786" cy="998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EE2AD8A-CFDF-4A8A-8799-CEDE9FE34B2C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6156961" y="1690689"/>
            <a:ext cx="2001882" cy="821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C1BA6B5-8FF0-40F8-B375-52995B111547}"/>
              </a:ext>
            </a:extLst>
          </p:cNvPr>
          <p:cNvCxnSpPr>
            <a:cxnSpLocks/>
          </p:cNvCxnSpPr>
          <p:nvPr/>
        </p:nvCxnSpPr>
        <p:spPr>
          <a:xfrm flipH="1" flipV="1">
            <a:off x="661851" y="156754"/>
            <a:ext cx="7431000" cy="254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9D60126E-5AE2-499A-9ED1-C2180DF5D26C}"/>
              </a:ext>
            </a:extLst>
          </p:cNvPr>
          <p:cNvCxnSpPr/>
          <p:nvPr/>
        </p:nvCxnSpPr>
        <p:spPr>
          <a:xfrm>
            <a:off x="2299063" y="4632960"/>
            <a:ext cx="2063931" cy="1271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60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9D597-E125-4E7D-8683-DC2426BC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AA19D-6AFB-4338-A933-E3C7AB6F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2E4A94-8950-4539-BC12-91919AAF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302"/>
            <a:ext cx="12192000" cy="647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9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72793-A38E-4C56-AB6B-AA65A3DD3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5A2921-ECD9-4DB7-A392-312E36071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5EB85B-52D0-45F8-BA77-85735844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56"/>
            <a:ext cx="12192000" cy="658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1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990FD-8DF4-4C40-AC8E-4A085DA7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FAD0CE-AF58-4F2C-9DA1-585597D0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812196-8682-4EC1-BA12-284A5B2C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54"/>
            <a:ext cx="12192000" cy="675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8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DBC013-F1EE-44D5-A30A-0623D9D4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99431E-7709-455C-8999-9C92A1ED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A3A3E3-24F9-4BF6-A5CD-CF86D1C3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97"/>
            <a:ext cx="12192000" cy="667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6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A1AD9CD-0DB8-42C1-9E75-D2171910A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5" y="1243012"/>
            <a:ext cx="60388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611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74</Words>
  <Application>Microsoft Office PowerPoint</Application>
  <PresentationFormat>Grand écran</PresentationFormat>
  <Paragraphs>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Nicolas Gadot</dc:creator>
  <cp:lastModifiedBy>Nicolas Gadot</cp:lastModifiedBy>
  <cp:revision>4</cp:revision>
  <dcterms:created xsi:type="dcterms:W3CDTF">2024-02-01T13:11:45Z</dcterms:created>
  <dcterms:modified xsi:type="dcterms:W3CDTF">2024-02-01T14:00:11Z</dcterms:modified>
</cp:coreProperties>
</file>